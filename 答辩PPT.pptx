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011680"/>
            <a:ext cx="3931920" cy="50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C9A96E"/>
                </a:solidFill>
              </a:defRPr>
            </a:pPr>
            <a:r>
              <a:t>学生管理系统 + 猪八戒多智能体 AI 平台</a:t>
            </a:r>
          </a:p>
          <a:p>
            <a:pPr algn="ctr">
              <a:spcBef>
                <a:spcPts val="800"/>
              </a:spcBef>
              <a:defRPr sz="2000">
                <a:solidFill>
                  <a:srgbClr val="F5E6C8"/>
                </a:solidFill>
              </a:defRPr>
            </a:pPr>
            <a:r>
              <a:t>基于 FastAPI + Vue3 + DeepSeek 的教育管理智能系统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09399"/>
                </a:solidFill>
              </a:defRPr>
            </a:pPr>
            <a:r>
              <a:t>8 个管理模块 · 4 个 AI 角色 · 9 种意图分类 · 6 个智能工具 · 3 层记忆系统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09399"/>
                </a:solidFill>
              </a:defRPr>
            </a:pPr>
            <a:r>
              <a:t>答辩演示 · 2026 年 6 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79060" y="4312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highlight>
                  <a:srgbClr val="FFFF00"/>
                </a:highlight>
              </a:rPr>
              <a:t>全员稳过组</a:t>
            </a:r>
            <a:endParaRPr lang="zh-CN" altLang="en-US" sz="2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一句话定位 + 核心数字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定位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面向教育机构的学生数据管理平台，集成猪八戒四大名著角色多智能体 AI 对话系统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核心数字</a:t>
            </a:r>
          </a:p>
          <a:p>
            <a:pPr lvl="1"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▸ 管理模块：7 大 CRUD（学生/班级/成绩/就业/课程/日志/用户）+ 仪表盘 + 智能问数</a:t>
            </a:r>
          </a:p>
          <a:p>
            <a:pPr lvl="1"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▸ AI 角色：猪八戒 · 鲁智深 · 林黛玉 · 诸葛亮（4 个四大名著人物可切换对话）</a:t>
            </a:r>
          </a:p>
          <a:p>
            <a:pPr lvl="1"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▸ 意图分类：9 种意图（数据查询/知识问答/情绪疏导/社交帮助/天气/运势/灯谜/飞花令/闲聊）</a:t>
            </a:r>
          </a:p>
          <a:p>
            <a:pPr lvl="1"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▸ 智能工具：NL2SQL · RAG 知识检索 · Neo4j 图谱 · 天气 · 运势 · 数学计算</a:t>
            </a:r>
          </a:p>
          <a:p>
            <a:pPr lvl="1"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▸ 记忆系统：短期上下文 + 长期 MySQL/Milvus 双写 + 用户画像</a:t>
            </a:r>
          </a:p>
          <a:p>
            <a:pPr lvl="1"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▸ 技术栈：FastAPI + Vue3 + ElementPlus + MySQL + Milvus + Neo4j + DeepSeek</a:t>
            </a:r>
          </a:p>
          <a:p>
            <a:pPr lvl="1"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▸ 代码规模：后端 60+ 文件 · 前端 30+ 组件 · Python/Vue/SCSS 三语言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技术架构全景图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三层架构 + 多智能体编排核心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前端层（Vue3 + Element Plus + ECharts）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古典四大名著主题（朱红/黛蓝/宣纸黄/金色 CSS 变量系统）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20+ 页面组件 · TabBar 标签页 · 语音输入输出 · 主动消息推送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后端层（FastAPI + SQLAlchemy + DeepSeek）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Agent 编排器（OrchestratorAgent）—— 任务分解 → 并行调度 → 结果合并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8 个专家 Agent（Data/Knowledge/Emotional/Social/Game/Persona/Weather/Fortune）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ReAct 推理循环 + Function Calling 工具调用 + 贝叶斯意图分类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数据层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MySQL：业务数据（学生/成绩/班级/用户/记忆碎片/用户画像）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Milvus：四大名著向量库（512 维 BGE Embedding）+ 记忆向量检索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Neo4j：64 人物节点 + Event 事件节点 + CAUSES 因果边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698480" cy="1463040"/>
          </a:xfrm>
          <a:prstGeom prst="roundRect">
            <a:avLst/>
          </a:prstGeom>
          <a:solidFill>
            <a:srgbClr val="22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43B3B"/>
                </a:solidFill>
              </a:defRPr>
            </a:pPr>
            <a:r>
              <a:t>★ 技术亮点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多智能体编排层——Orchestrator 将 LLM 意图分类 → 贝叶斯快速路由 → TaskDecomposer 分解 → asyncio.gather 并行执行 → LLM 合并，形成完整的感知-决策-执行链路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管理系统 7 大模块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CRUD + 导入导出 + 智能问数 + 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数据管理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学生/班级/成绩/就业/课程 — 完整的增删改查 + 批量操作 + Excel 导入导出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操作日志 — 记录所有管理员操作，支持按模块/时间筛选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用户管理 — 基于 RBAC 权限模型（super_admin/admin/teacher/student）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数据看板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ECharts 可视化：班级分布饼图 · 成绩趋势折线图 · 就业率柱状图 · 分数段分布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智能问数（每个管理页面顶部）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自然语言输入 → DeepSeek 生成 SQL → 安全校验（仅允许 SELECT + 表名白名单）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→ 执行 → LLM 将结果转为口语回答 → 同时展示数据表格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查询历史自动记录，支持点击复用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D8A5D"/>
                </a:solidFill>
              </a:defRPr>
            </a:pPr>
            <a:r>
              <a:t>⚙ 实现原理：NL2SQL 智能问数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用户自然语言（如"各班级平均分排名"）→ DeepSeek 根据预定义 DB Schema 生成 MySQL 查询 → validate_sql() 安全校验（仅允许 SELECT + 表名白名单 + 禁止关键词检测）→ SQLAlchemy text() 执行 → LLM 将行数据转为口语回答（猪八戒口吻）。SQL 失败时自动回退到查询历史记忆。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多智能体协同架构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8 Agent + Orchestrator + ReAct + Function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Agent 矩阵（8 个专家，继承 BaseAgent 抽象基类）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DataAgent / KnowledgeAgent / EmotionalAgent / SocialAgent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GameAgent / PersonaAgent / WeatherAgent / FortuneAgent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+ ReactAgent（推理循环） + RecommendationAgent（学习推荐）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Orchestrator 编排流水线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① TaskDecomposer 分析是否复合问题（LLM 判断 → 最多拆分 3 个子任务）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② 复合 → asyncio.gather 并行执行 → LLM 合并回答（agent: MultiAgentSystem）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③ 单一 → execute_single() 原路由表分发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AgentMessageBus（共享上下文）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线程安全 dict，agent 间通过 bus.set/get 交换信息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D8A5D"/>
                </a:solidFill>
              </a:defRPr>
            </a:pPr>
            <a:r>
              <a:t>⚙ 实现原理：Orchestrator 编排器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用户消息 → TaskDecomposer.decompose() 用 LLM 分析是单一问题还是复合问题 → 复合则拆分 [{intent, sub_message, order}] → asyncio.gather 并行调 execute_single() → 收集结果 → LLM merge："你是{角色}，以下是不同角度信息...整合成连贯回复"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四大名著角色对话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4 角色下拉切换 + Identity Injection + 混合意图分类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角色系统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猪八戒（西游记）自称"俺老猪" / 鲁智深（水浒传）自称"洒家"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林黛玉（红楼梦）自称"颦儿" / 诸葛亮（三国演义）自称"亮"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每个角色独立的 system_prompt + 绝对禁止串词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核心技术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Identity Injection：将角色身份作为首条 user 消息注入（比 system prompt 更有效）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前端下拉框选择 + 左侧会话列表（按角色分组）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全部 4 角色共用 Agent 工具箱（天气/运势/数据查询/知识问答）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意图分类：贝叶斯 + LLM 混合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D8A5D"/>
                </a:solidFill>
              </a:defRPr>
            </a:pPr>
            <a:r>
              <a:t>⚙ 实现原理：贝叶斯 + LLM 混合分类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MultinomialNB + TF-IDF(char_wb, 1-3 gram) 本地分类。训练数据：DB 历史消息 + 种子关键词。置信度 ≥ 0.85 直接用贝叶斯（&lt;1ms 本地计算，零网络开销）；&lt; 0.85 回退 DeepSeek LLM 分类。LLM 结果自动加入训练缓冲区，累计 20 条触发增量重训练。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三层记忆系统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短期上下文 + 长期存储 + 用户画像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第一层：短期对话上下文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前端维护最近 10 轮对话 → 随 API 请求发送 → LLM 作为对话历史参考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会话管理：左侧会话列表（新建/切换/删除），每角色独立分组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第二层：长期记忆（MySQL + Milvus 双写）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对话结束后 fire-and-forget 异步提取 → LLM 识别 fact/preference/event/emotion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Jaccard 文本相似度去重（阈值 0.3）→ BGE Embedding 向量化（512 维）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双写 MySQL memory_fragments + Milvus memory_vectors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第三层：用户画像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user_profiles：交互计数 / 偏好话题 / 性格标签 / 最近情绪 / 主动搭话开关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1463040"/>
          </a:xfrm>
          <a:prstGeom prst="roundRect">
            <a:avLst/>
          </a:prstGeom>
          <a:solidFill>
            <a:srgbClr val="22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94959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43B3B"/>
                </a:solidFill>
              </a:defRPr>
            </a:pPr>
            <a:r>
              <a:t>★ 技术亮点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每轮对话结束后 → MemoryExtractor.extract_memories(user_id, conversation) → asyncio.create_task 后台异步执行 → 独立 DB Session（不阻塞 HTTP 响应）→ LLM 提取关键信息 → 去重 → 向量化 → 双写 → 更新画像。用户完全无感知，响应时间不受影响。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RAG 检索增强生成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四大名著向量库 + 自动/原文/图谱/融合四模式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数据管道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四大名著全文（西游/三国/红楼/水浒）→ text_chunker 章回切分 → BGE Embedding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→ Milvus 4 个独立 Collection（每书一库，保证语义隔离）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每库字段：chunk_id / chapter_num / chapter_title / content / embedding(512维)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检索模式（4 种）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自动检索：关键词检测 → 自动路由（关系类→图谱 / 内容类→RAG）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原文检索：问题→向量化→Milvus COSINE 搜索 Top-K→原文拼接→LLM 回答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图谱查询：Neo4j Cypher 查人物关系网络 + LLM 解释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融合查询：RAG + 图谱 asyncio.gather 并行 → LLM 综合回答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D8A5D"/>
                </a:solidFill>
              </a:defRPr>
            </a:pPr>
            <a:r>
              <a:t>⚙ 实现原理：RAG 全流程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用户问题 → BGE-small-zh-v1.5 向量化（512维）→ book_router 智能判断查哪本书 → search_specific_novels(Milvus COSINE, top_k=5, filter by collection) → 原文片段拼接 → system prompt 注入"根据以下原文回答" → DeepSeek 生成答案 + 注明出处（书名/章回/原文/相似度）。支持多集合跨书联合检索。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Neo4j 知识图谱推理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64 人物节点 + 关系网络 + 因果链 + 阵营分析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图数据模型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Person 节点：name / identity / book / aliases / faction / appears_in_chapter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Event 节点（新增）：name / chapter / description / event_type（major_event/scene/battle）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关系边：RELATIONSHIP（人物关系）/ CAUSES（因果边，Event→Event）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推理能力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因果链：给定事件→Cypher 沿 CAUSES 边遍历 1-5 跳→LLM 将链转为故事叙述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阵营分析：MATCH (p:Person {faction:'蜀'}) → 成员列表 + 身份统计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事件时间线：MATCH (e:Event {book:'novel_xiyou'}) ORDER BY chapter → 大事年表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深度问答：LLM 分析问题类型→自动选择因果/阵营/时间线/关系方法执行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D8A5D"/>
                </a:solidFill>
              </a:defRPr>
            </a:pPr>
            <a:r>
              <a:t>⚙ 实现原理：GraphReasoningService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deep_query(question) → LLM 解析问题类型 {"type":"causal"|"faction"|"timeline"|"relation","target":"..."} → 路由到对应 Cypher 查询 → LLM 将查询结果转为自然语言解释。所有 Cypher 用 try/except 包裹，Neo4j 不可用时返回友好提示。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BKT 学习推荐系统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贝叶斯知识追踪 + 趋势诊断 + LLM 学习计划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BKT 算法（简化版，不依赖 ML 库）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P_init = 0.5（初始掌握概率）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每轮考试：score ≥ 60 → P = P + (1-P) × 0.2（学习增益）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          score &lt; 60 → P = P × 0.9（考虑失误率衰减）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P ≥ 0.8 → "mastered" / 0.4-0.8 → "learning" / &lt; 0.4 → "weak"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薄弱点诊断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按 exam_order 排序 → 计算前后半段均分差 → 标记趋势（declining/stable/improving）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逐次比较检测成绩下降点 → 生成 weak_points 列表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学习计划生成（LLM）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输入：学生姓名 + 历次成绩 + 趋势 + 薄弱点 → Prompt → 重点复习方向/时间建议/练习推荐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1463040"/>
          </a:xfrm>
          <a:prstGeom prst="roundRect">
            <a:avLst/>
          </a:prstGeom>
          <a:solidFill>
            <a:srgbClr val="22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94959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43B3B"/>
                </a:solidFill>
              </a:defRPr>
            </a:pPr>
            <a:r>
              <a:t>★ 技术亮点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P_new = P_old + (1-P_old) × 0.2（及格） 或 P_old × 0.9（不及格）。纯数值计算，无需 ML 库。仅需 ≥2 次考试成绩即可诊断。RecommendationAgent 自动提取学号（正则 S\d{4,}），匹配"学习计划/诊断/薄弱"关键词后路由。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ReAct 推理循环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Reasoning + Acting：LLM 自主工具调用推理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ReAct 循环流程（最多 5 轮）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① LLM 接收问题 → 输出 JSON: {thought: "分析", action: {tool: "nl2sql", input: "..."}}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② 执行工具 → 获取 Observation（工具返回结果）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③ Observation 反馈给 LLM → 再次 Think → 决定继续调工具 or 给 FinalAnswer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④ 循环直到 {final_answer: "..."} 或达到 max_steps → 强制总结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可用工具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nl2sql：自然语言→SQL→执行→返回结果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rag_search：四大名著知识库检索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graph_query：人物关系图谱查询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工具注册在 ToolRegistry，LLM 自主选择调用哪个 + 传什么参数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D8A5D"/>
                </a:solidFill>
              </a:defRPr>
            </a:pPr>
            <a:r>
              <a:t>⚙ 实现原理：ReAct 推理链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用户："成绩最高的学生在哪个班级" → Thought: 需先查成绩表 → Action: nl2sql("SELECT ... ORDER BY score DESC LIMIT 1") → Observation: "张三, 软件工程2103班, 95分" → Thought: 已获得足够信息 → FinalAnswer: "成绩最高的学生是张三，在软件工程2103班，成绩为95分"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Function Calling 工具调用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单例 ToolRegistry + LLM JSON 驱动 + 自动执行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ToolRegistry（单例）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注册 6 个工具：nl2sql / rag_search / graph_query / calculate / get_weather / get_fortune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每个工具：name + description + params schema + 异步执行函数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调用流程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intent ∈ {data_query, knowledge_question} → 启用 Function Calling 模式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LLM 收到消息 + 工具列表 → 返回 JSON: {"tool": "nl2sql", "params": {"query": "..."}}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ToolRegistry.execute(name, params) → 结果反馈 LLM → 最多 3 轮工具调用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LLM 不需要工具时直接回复（不返回 JSON 即视为直接回答）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其他 intent 走原有路由逻辑（完全不变）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1463040"/>
          </a:xfrm>
          <a:prstGeom prst="roundRect">
            <a:avLst/>
          </a:prstGeom>
          <a:solidFill>
            <a:srgbClr val="22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94959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43B3B"/>
                </a:solidFill>
              </a:defRPr>
            </a:pPr>
            <a:r>
              <a:t>★ 技术亮点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单例 ToolRegistry 初始化时预注册全部工具函数（import 时延迟加载 Service 以避免循环依赖）。LLM system prompt 动态拼接可用工具列表。JSON 解析失败时降级为直接回复。calculate 工具使用 Python AST 安全解析数学表达式（仅允许 +-*/**，禁止任意代码执行）。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UI/UX 设计系统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古典四大名著主题 + 现代交互体验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古典色彩系统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CSS 变量体系：朱红 #C43B3B / 黛蓝 #1B2A4A / 宣纸黄 #F5E6C8 / 金色 #C9A96E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排版：楷体标题 + 微软雅黑正文，印章按钮/奏折表格/匾额头部/卷轴弹窗 mixins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Element Plus 全局 CSS 变量覆盖（:root 中 60+ 变量全部重定义为古典色值）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交互升级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TabBar 标签页栏：打开页面自动添加标签，右键关闭，切换带 fade-slide 动画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语音输入：MediaRecorder API → 后端 ASR → 自动填入输入框（红色脉冲录音动画）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语音输出：浏览器 Web Speech API 降级（零配置）+ 后端 TTS（可选阿里云 Key）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主动消息推送：SSE 每 15 秒检测 → 6 种触发类型 → 金色边框 + 主动搭话角标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1463040"/>
          </a:xfrm>
          <a:prstGeom prst="roundRect">
            <a:avLst/>
          </a:prstGeom>
          <a:solidFill>
            <a:srgbClr val="22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94959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43B3B"/>
                </a:solidFill>
              </a:defRPr>
            </a:pPr>
            <a:r>
              <a:t>★ 技术亮点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VoiceInput 录音优先使用 MediaRecorder API → 后端 ASR（阿里云 DashScope）。VoiceOutput 朗读优先使用浏览器 SpeechSynthesis API（内置、免费、零延迟）→ 后端 TTS 为备选。TTS/ASR 不可用时自动降级，核心对话功能完全不受影响。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9A96E"/>
                </a:solidFill>
              </a:defRPr>
            </a:pPr>
            <a:r>
              <a:t>总结 &amp; 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09399"/>
                </a:solidFill>
              </a:defRPr>
            </a:pPr>
            <a:r>
              <a:t>技术栈清单 + 已实现功能矩阵 + 未来方向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已实现技术亮点汇总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NL2SQL：自然语言→SQL→安全校验→执行→口语回答  ▸ 贝叶斯+LLM 混合意图分类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RAG 检索增强生成（四书分库 + 自动/原文/图谱/融合四模式）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多智能体协同（TaskDecomposer + asyncio.gather + LLM merge）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ReAct 推理循环（Thought→Action→Observation→LLM自主工具调用）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Function Calling（ToolRegistry + JSON 驱动）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三层记忆系统（fire-and-forget 提取 + Jaccard 去重 + MySQL/Milvus 双写）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BKT 贝叶斯知识追踪 + 薄弱点诊断 + LLM 学习计划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Neo4j 因果链推理 + 阵营分析 + 深度问答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古典 CSS 主题系统 + TabBar + 语音交互 + 主动消息推送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C9A96E"/>
                </a:solidFill>
              </a:defRPr>
            </a:pPr>
            <a:r>
              <a:t>● 未来展望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多模态：图像识别 + 文档 OCR  ▸ 知识图谱：自动从文本抽取事件和关系</a:t>
            </a:r>
          </a:p>
          <a:p>
            <a:pPr>
              <a:spcAft>
                <a:spcPts val="800"/>
              </a:spcAft>
              <a:defRPr sz="1600">
                <a:solidFill>
                  <a:srgbClr val="F5E6C8"/>
                </a:solidFill>
              </a:defRPr>
            </a:pPr>
            <a:r>
              <a:t>  ▸ 移动端：UniApp 适配  ▸ 数据安全：差分隐私 + 联邦学习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399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7762</Words>
  <Application>WPS 演示</Application>
  <PresentationFormat>On-screen Show (4:3)</PresentationFormat>
  <Paragraphs>290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WPS_1668481647</cp:lastModifiedBy>
  <cp:revision>2</cp:revision>
  <dcterms:created xsi:type="dcterms:W3CDTF">2013-01-27T09:14:00Z</dcterms:created>
  <dcterms:modified xsi:type="dcterms:W3CDTF">2026-06-01T03:31:33Z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F70908C98C304831A2B441BFF91E5608_12</vt:lpwstr>
  </property>
</Properties>
</file>